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sldIdLst>
    <p:sldId id="256" r:id="rId2"/>
    <p:sldId id="257" r:id="rId3"/>
    <p:sldId id="259" r:id="rId4"/>
    <p:sldId id="265" r:id="rId5"/>
    <p:sldId id="260" r:id="rId6"/>
    <p:sldId id="261" r:id="rId7"/>
    <p:sldId id="258" r:id="rId8"/>
    <p:sldId id="263" r:id="rId9"/>
    <p:sldId id="264" r:id="rId10"/>
    <p:sldId id="262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>
      <p:cViewPr>
        <p:scale>
          <a:sx n="140" d="100"/>
          <a:sy n="140" d="100"/>
        </p:scale>
        <p:origin x="1288" y="-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24EC0-F1C3-472A-AF12-3E43494B68FC}" type="datetimeFigureOut">
              <a:rPr lang="en-US" smtClean="0"/>
              <a:t>5/3/17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03C21-BB23-49DF-9F57-40A6BC0F2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50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24EC0-F1C3-472A-AF12-3E43494B68FC}" type="datetimeFigureOut">
              <a:rPr lang="en-US" smtClean="0"/>
              <a:t>5/3/17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03C21-BB23-49DF-9F57-40A6BC0F2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921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24EC0-F1C3-472A-AF12-3E43494B68FC}" type="datetimeFigureOut">
              <a:rPr lang="en-US" smtClean="0"/>
              <a:t>5/3/17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03C21-BB23-49DF-9F57-40A6BC0F2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04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24EC0-F1C3-472A-AF12-3E43494B68FC}" type="datetimeFigureOut">
              <a:rPr lang="en-US" smtClean="0"/>
              <a:t>5/3/17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03C21-BB23-49DF-9F57-40A6BC0F2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32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24EC0-F1C3-472A-AF12-3E43494B68FC}" type="datetimeFigureOut">
              <a:rPr lang="en-US" smtClean="0"/>
              <a:t>5/3/17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03C21-BB23-49DF-9F57-40A6BC0F2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33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24EC0-F1C3-472A-AF12-3E43494B68FC}" type="datetimeFigureOut">
              <a:rPr lang="en-US" smtClean="0"/>
              <a:t>5/3/17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03C21-BB23-49DF-9F57-40A6BC0F2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02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24EC0-F1C3-472A-AF12-3E43494B68FC}" type="datetimeFigureOut">
              <a:rPr lang="en-US" smtClean="0"/>
              <a:t>5/3/17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03C21-BB23-49DF-9F57-40A6BC0F2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04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24EC0-F1C3-472A-AF12-3E43494B68FC}" type="datetimeFigureOut">
              <a:rPr lang="en-US" smtClean="0"/>
              <a:t>5/3/17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03C21-BB23-49DF-9F57-40A6BC0F2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035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24EC0-F1C3-472A-AF12-3E43494B68FC}" type="datetimeFigureOut">
              <a:rPr lang="en-US" smtClean="0"/>
              <a:t>5/3/17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03C21-BB23-49DF-9F57-40A6BC0F2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503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24EC0-F1C3-472A-AF12-3E43494B68FC}" type="datetimeFigureOut">
              <a:rPr lang="en-US" smtClean="0"/>
              <a:t>5/3/17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03C21-BB23-49DF-9F57-40A6BC0F2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64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24EC0-F1C3-472A-AF12-3E43494B68FC}" type="datetimeFigureOut">
              <a:rPr lang="en-US" smtClean="0"/>
              <a:t>5/3/17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03C21-BB23-49DF-9F57-40A6BC0F2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24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24EC0-F1C3-472A-AF12-3E43494B68FC}" type="datetimeFigureOut">
              <a:rPr lang="en-US" smtClean="0"/>
              <a:t>5/3/17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03C21-BB23-49DF-9F57-40A6BC0F2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988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4" Type="http://schemas.openxmlformats.org/officeDocument/2006/relationships/image" Target="../media/image3.gif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eg"/><Relationship Id="rId3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4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3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4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4" Type="http://schemas.openxmlformats.org/officeDocument/2006/relationships/image" Target="../media/image3.gif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40175"/>
            <a:ext cx="7772400" cy="1470025"/>
          </a:xfrm>
        </p:spPr>
        <p:txBody>
          <a:bodyPr/>
          <a:lstStyle/>
          <a:p>
            <a:r>
              <a:rPr lang="en-US" b="1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Dance with </a:t>
            </a:r>
            <a:r>
              <a:rPr lang="en-US" b="1" dirty="0">
                <a:solidFill>
                  <a:srgbClr val="00B0F0"/>
                </a:solidFill>
                <a:latin typeface="Century Gothic" panose="020B0502020202020204" pitchFamily="34" charset="0"/>
              </a:rPr>
              <a:t>E</a:t>
            </a:r>
            <a:r>
              <a:rPr lang="en-US" b="1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mily</a:t>
            </a:r>
            <a:endParaRPr lang="en-US" b="1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257800"/>
            <a:ext cx="6400800" cy="1752600"/>
          </a:xfrm>
        </p:spPr>
        <p:txBody>
          <a:bodyPr/>
          <a:lstStyle/>
          <a:p>
            <a:r>
              <a:rPr lang="en-US" smtClean="0">
                <a:solidFill>
                  <a:schemeClr val="tx1"/>
                </a:solidFill>
                <a:latin typeface="Century Gothic" panose="020B0502020202020204" pitchFamily="34" charset="0"/>
              </a:rPr>
              <a:t>Final </a:t>
            </a:r>
            <a:r>
              <a:rPr lang="en-US" smtClean="0">
                <a:solidFill>
                  <a:schemeClr val="tx1"/>
                </a:solidFill>
                <a:latin typeface="Century Gothic" panose="020B0502020202020204" pitchFamily="34" charset="0"/>
              </a:rPr>
              <a:t>Presentation</a:t>
            </a:r>
            <a:endParaRPr lang="en-US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:\Users\Zoe\Desktop\final project\15 production\images\zumba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685" y="819150"/>
            <a:ext cx="1664563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Zoe\Desktop\final project\15 production\images\yoga_dance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3037" y="819150"/>
            <a:ext cx="1664563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Zoe\Desktop\final project\15 production\images\zumba_gold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625" y="819150"/>
            <a:ext cx="1664563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5620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Current Website</a:t>
            </a:r>
            <a:endParaRPr lang="en-US" b="1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5913437"/>
            <a:ext cx="8229600" cy="71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>
                <a:latin typeface="Century Gothic" panose="020B0502020202020204" pitchFamily="34" charset="0"/>
              </a:rPr>
              <a:t>http://dancewithemily.webs.com/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68425"/>
            <a:ext cx="36703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7" y="3581400"/>
            <a:ext cx="36576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300" y="1358900"/>
            <a:ext cx="3670300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581400"/>
            <a:ext cx="36576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8219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Need Assessment</a:t>
            </a:r>
            <a:endParaRPr lang="en-US" b="1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Century Gothic" panose="020B0502020202020204" pitchFamily="34" charset="0"/>
              </a:rPr>
              <a:t>Website </a:t>
            </a:r>
            <a:r>
              <a:rPr lang="en-US" sz="2000" b="1" dirty="0" smtClean="0">
                <a:latin typeface="Century Gothic" panose="020B0502020202020204" pitchFamily="34" charset="0"/>
              </a:rPr>
              <a:t>Goals: </a:t>
            </a:r>
            <a:r>
              <a:rPr lang="en-US" sz="2000" dirty="0" smtClean="0">
                <a:latin typeface="Century Gothic" panose="020B0502020202020204" pitchFamily="34" charset="0"/>
              </a:rPr>
              <a:t>maximize new opportunities, networking, and boost class attendance with a new professional looking website and </a:t>
            </a:r>
            <a:r>
              <a:rPr lang="en-US" sz="2000" dirty="0">
                <a:latin typeface="Century Gothic" panose="020B0502020202020204" pitchFamily="34" charset="0"/>
              </a:rPr>
              <a:t>access </a:t>
            </a:r>
            <a:r>
              <a:rPr lang="en-US" sz="2000" dirty="0" smtClean="0">
                <a:latin typeface="Century Gothic" panose="020B0502020202020204" pitchFamily="34" charset="0"/>
              </a:rPr>
              <a:t>to </a:t>
            </a:r>
            <a:r>
              <a:rPr lang="en-US" sz="2000" dirty="0">
                <a:latin typeface="Century Gothic" panose="020B0502020202020204" pitchFamily="34" charset="0"/>
              </a:rPr>
              <a:t>contact </a:t>
            </a:r>
            <a:r>
              <a:rPr lang="en-US" sz="2000" dirty="0" smtClean="0">
                <a:latin typeface="Century Gothic" panose="020B0502020202020204" pitchFamily="34" charset="0"/>
              </a:rPr>
              <a:t>information</a:t>
            </a:r>
          </a:p>
          <a:p>
            <a:r>
              <a:rPr lang="en-US" sz="2000" b="1" dirty="0" smtClean="0">
                <a:latin typeface="Century Gothic" panose="020B0502020202020204" pitchFamily="34" charset="0"/>
              </a:rPr>
              <a:t>Mission: </a:t>
            </a:r>
            <a:r>
              <a:rPr lang="en-US" sz="2000" dirty="0">
                <a:latin typeface="Century Gothic" panose="020B0502020202020204" pitchFamily="34" charset="0"/>
              </a:rPr>
              <a:t>Emily </a:t>
            </a:r>
            <a:r>
              <a:rPr lang="en-US" sz="2000" dirty="0" smtClean="0">
                <a:latin typeface="Century Gothic" panose="020B0502020202020204" pitchFamily="34" charset="0"/>
              </a:rPr>
              <a:t>believes </a:t>
            </a:r>
            <a:r>
              <a:rPr lang="en-US" sz="2000" dirty="0">
                <a:latin typeface="Century Gothic" panose="020B0502020202020204" pitchFamily="34" charset="0"/>
              </a:rPr>
              <a:t>that the greatest spiritual therapy is movement to music and wants to share this experience with </a:t>
            </a:r>
            <a:r>
              <a:rPr lang="en-US" sz="2000" dirty="0" smtClean="0">
                <a:latin typeface="Century Gothic" panose="020B0502020202020204" pitchFamily="34" charset="0"/>
              </a:rPr>
              <a:t>others through her mission “healing through the joy of dance”</a:t>
            </a:r>
          </a:p>
          <a:p>
            <a:r>
              <a:rPr lang="en-US" sz="2000" b="1" dirty="0" smtClean="0">
                <a:latin typeface="Century Gothic" panose="020B0502020202020204" pitchFamily="34" charset="0"/>
              </a:rPr>
              <a:t>Chakras: </a:t>
            </a:r>
            <a:r>
              <a:rPr lang="en-US" sz="2000" dirty="0" smtClean="0">
                <a:latin typeface="Century Gothic" panose="020B0502020202020204" pitchFamily="34" charset="0"/>
              </a:rPr>
              <a:t>Let </a:t>
            </a:r>
            <a:r>
              <a:rPr lang="en-US" sz="2000" dirty="0">
                <a:latin typeface="Century Gothic" panose="020B0502020202020204" pitchFamily="34" charset="0"/>
              </a:rPr>
              <a:t>Your Yoga Dance </a:t>
            </a:r>
            <a:r>
              <a:rPr lang="en-US" sz="2000" dirty="0" smtClean="0">
                <a:latin typeface="Century Gothic" panose="020B0502020202020204" pitchFamily="34" charset="0"/>
              </a:rPr>
              <a:t>uses </a:t>
            </a:r>
            <a:r>
              <a:rPr lang="en-US" sz="2000" dirty="0">
                <a:latin typeface="Century Gothic" panose="020B0502020202020204" pitchFamily="34" charset="0"/>
              </a:rPr>
              <a:t>each rainbow color of the 7 </a:t>
            </a:r>
            <a:r>
              <a:rPr lang="en-US" sz="2000" dirty="0" smtClean="0">
                <a:latin typeface="Century Gothic" panose="020B0502020202020204" pitchFamily="34" charset="0"/>
              </a:rPr>
              <a:t>chakras </a:t>
            </a:r>
            <a:r>
              <a:rPr lang="en-US" sz="2000" dirty="0">
                <a:latin typeface="Century Gothic" panose="020B0502020202020204" pitchFamily="34" charset="0"/>
              </a:rPr>
              <a:t>to stimulate, open, cleanse, and create </a:t>
            </a:r>
            <a:r>
              <a:rPr lang="en-US" sz="2000" dirty="0" smtClean="0">
                <a:latin typeface="Century Gothic" panose="020B0502020202020204" pitchFamily="34" charset="0"/>
              </a:rPr>
              <a:t>balance. </a:t>
            </a:r>
            <a:r>
              <a:rPr lang="en-US" sz="2000" dirty="0" smtClean="0">
                <a:latin typeface="Century Gothic" panose="020B0502020202020204" pitchFamily="34" charset="0"/>
              </a:rPr>
              <a:t>R</a:t>
            </a:r>
            <a:r>
              <a:rPr lang="en-US" sz="2000" dirty="0" smtClean="0">
                <a:latin typeface="Century Gothic" panose="020B0502020202020204" pitchFamily="34" charset="0"/>
              </a:rPr>
              <a:t>ainbow </a:t>
            </a:r>
            <a:r>
              <a:rPr lang="en-US" sz="2000" dirty="0" smtClean="0">
                <a:latin typeface="Century Gothic" panose="020B0502020202020204" pitchFamily="34" charset="0"/>
              </a:rPr>
              <a:t>colors also hold special meaning for </a:t>
            </a:r>
            <a:r>
              <a:rPr lang="en-US" sz="2000" dirty="0" smtClean="0">
                <a:latin typeface="Century Gothic" panose="020B0502020202020204" pitchFamily="34" charset="0"/>
              </a:rPr>
              <a:t>Emily. </a:t>
            </a:r>
          </a:p>
          <a:p>
            <a:pPr marL="0" indent="0">
              <a:buNone/>
            </a:pPr>
            <a:endParaRPr lang="en-US" sz="2000" b="1" dirty="0" smtClean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2000" b="1" dirty="0" smtClean="0">
                <a:latin typeface="Century Gothic" panose="020B0502020202020204" pitchFamily="34" charset="0"/>
              </a:rPr>
              <a:t>Design </a:t>
            </a:r>
            <a:r>
              <a:rPr lang="en-US" sz="2000" b="1" dirty="0">
                <a:latin typeface="Century Gothic" panose="020B0502020202020204" pitchFamily="34" charset="0"/>
              </a:rPr>
              <a:t>Choices: </a:t>
            </a:r>
            <a:endParaRPr lang="en-US" sz="2000" dirty="0" smtClean="0">
              <a:latin typeface="Century Gothic" panose="020B0502020202020204" pitchFamily="34" charset="0"/>
            </a:endParaRPr>
          </a:p>
          <a:p>
            <a:r>
              <a:rPr lang="en-US" sz="2000" dirty="0">
                <a:latin typeface="Century Gothic" panose="020B0502020202020204" pitchFamily="34" charset="0"/>
              </a:rPr>
              <a:t>Accessible contact info on all </a:t>
            </a:r>
            <a:r>
              <a:rPr lang="en-US" sz="2000" dirty="0" smtClean="0">
                <a:latin typeface="Century Gothic" panose="020B0502020202020204" pitchFamily="34" charset="0"/>
              </a:rPr>
              <a:t>pages</a:t>
            </a:r>
            <a:endParaRPr lang="en-US" sz="2000" b="1" dirty="0" smtClean="0">
              <a:latin typeface="Century Gothic" panose="020B0502020202020204" pitchFamily="34" charset="0"/>
            </a:endParaRPr>
          </a:p>
          <a:p>
            <a:r>
              <a:rPr lang="en-US" sz="2000" dirty="0" smtClean="0">
                <a:latin typeface="Century Gothic" panose="020B0502020202020204" pitchFamily="34" charset="0"/>
              </a:rPr>
              <a:t>Prominent </a:t>
            </a:r>
            <a:r>
              <a:rPr lang="en-US" sz="2000" dirty="0" smtClean="0">
                <a:latin typeface="Century Gothic" panose="020B0502020202020204" pitchFamily="34" charset="0"/>
              </a:rPr>
              <a:t>feature of </a:t>
            </a:r>
            <a:r>
              <a:rPr lang="en-US" sz="2000" dirty="0" smtClean="0">
                <a:latin typeface="Century Gothic" panose="020B0502020202020204" pitchFamily="34" charset="0"/>
              </a:rPr>
              <a:t>mission</a:t>
            </a:r>
          </a:p>
          <a:p>
            <a:r>
              <a:rPr lang="en-US" sz="2000" dirty="0" smtClean="0">
                <a:latin typeface="Century Gothic" panose="020B0502020202020204" pitchFamily="34" charset="0"/>
              </a:rPr>
              <a:t>Use of rainbow in website design</a:t>
            </a:r>
            <a:endParaRPr lang="en-US" sz="2000" dirty="0" smtClean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77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Architecture Diagram</a:t>
            </a:r>
            <a:endParaRPr lang="en-US" b="1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051" name="Picture 3" descr="C:\Users\Zoe\Desktop\Architecture Diagram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10506"/>
            <a:ext cx="7872413" cy="501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3200399" y="5410200"/>
            <a:ext cx="5486401" cy="1203324"/>
          </a:xfrm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 smtClean="0">
                <a:latin typeface="Century Gothic" charset="0"/>
                <a:ea typeface="Century Gothic" charset="0"/>
                <a:cs typeface="Century Gothic" charset="0"/>
              </a:rPr>
              <a:t>Changes</a:t>
            </a:r>
          </a:p>
          <a:p>
            <a:pPr>
              <a:spcBef>
                <a:spcPts val="0"/>
              </a:spcBef>
            </a:pPr>
            <a:r>
              <a:rPr lang="en-US" sz="2000" dirty="0" smtClean="0">
                <a:latin typeface="Century Gothic" charset="0"/>
                <a:ea typeface="Century Gothic" charset="0"/>
                <a:cs typeface="Century Gothic" charset="0"/>
              </a:rPr>
              <a:t>Class Schedule on level as all sub pages</a:t>
            </a:r>
          </a:p>
          <a:p>
            <a:pPr>
              <a:spcBef>
                <a:spcPts val="0"/>
              </a:spcBef>
            </a:pPr>
            <a:r>
              <a:rPr lang="en-US" sz="2000" dirty="0" smtClean="0">
                <a:latin typeface="Century Gothic" charset="0"/>
                <a:ea typeface="Century Gothic" charset="0"/>
                <a:cs typeface="Century Gothic" charset="0"/>
              </a:rPr>
              <a:t>No contact form</a:t>
            </a:r>
            <a:endParaRPr lang="en-US" sz="2000" dirty="0">
              <a:latin typeface="Century Gothic" charset="0"/>
              <a:ea typeface="Century Gothic" charset="0"/>
              <a:cs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362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Sketches</a:t>
            </a:r>
            <a:endParaRPr lang="en-US" b="1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1547018"/>
            <a:ext cx="4041775" cy="4602163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Century Gothic" panose="020B0502020202020204" pitchFamily="34" charset="0"/>
              </a:rPr>
              <a:t>Sketch used for the website</a:t>
            </a:r>
          </a:p>
          <a:p>
            <a:r>
              <a:rPr lang="en-US" sz="2000" dirty="0" smtClean="0">
                <a:latin typeface="Century Gothic" panose="020B0502020202020204" pitchFamily="34" charset="0"/>
              </a:rPr>
              <a:t>Elements use:</a:t>
            </a:r>
            <a:endParaRPr lang="en-US" sz="2000" dirty="0" smtClean="0">
              <a:latin typeface="Century Gothic" panose="020B0502020202020204" pitchFamily="34" charset="0"/>
            </a:endParaRPr>
          </a:p>
          <a:p>
            <a:pPr lvl="1"/>
            <a:r>
              <a:rPr lang="en-US" sz="1600" dirty="0" smtClean="0">
                <a:latin typeface="Century Gothic" panose="020B0502020202020204" pitchFamily="34" charset="0"/>
              </a:rPr>
              <a:t>Rainbow navigation bar</a:t>
            </a:r>
          </a:p>
          <a:p>
            <a:pPr lvl="1"/>
            <a:r>
              <a:rPr lang="en-US" sz="1600" dirty="0" smtClean="0">
                <a:latin typeface="Century Gothic" panose="020B0502020202020204" pitchFamily="34" charset="0"/>
              </a:rPr>
              <a:t>Home page structure</a:t>
            </a:r>
          </a:p>
          <a:p>
            <a:pPr lvl="1"/>
            <a:r>
              <a:rPr lang="en-US" sz="1600" dirty="0" smtClean="0">
                <a:latin typeface="Century Gothic" panose="020B0502020202020204" pitchFamily="34" charset="0"/>
              </a:rPr>
              <a:t>Footer with contact info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pic>
        <p:nvPicPr>
          <p:cNvPr id="3074" name="Picture 2" descr="C:\Users\Zoe\Desktop\sketches_Page_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35661"/>
            <a:ext cx="4267200" cy="554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Zoe\Desktop\sketches_Page_07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24400" y="1066800"/>
            <a:ext cx="4272083" cy="556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84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Wireframes</a:t>
            </a:r>
            <a:endParaRPr lang="en-US" b="1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4114800"/>
            <a:ext cx="8229600" cy="259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>
                <a:latin typeface="Century Gothic" panose="020B0502020202020204" pitchFamily="34" charset="0"/>
              </a:rPr>
              <a:t>Changes</a:t>
            </a:r>
          </a:p>
          <a:p>
            <a:r>
              <a:rPr lang="en-US" sz="2000" dirty="0" smtClean="0">
                <a:latin typeface="Century Gothic" panose="020B0502020202020204" pitchFamily="34" charset="0"/>
              </a:rPr>
              <a:t>Placement of of mission</a:t>
            </a:r>
          </a:p>
          <a:p>
            <a:r>
              <a:rPr lang="en-US" sz="2000" dirty="0" smtClean="0">
                <a:latin typeface="Century Gothic" panose="020B0502020202020204" pitchFamily="34" charset="0"/>
              </a:rPr>
              <a:t>Class logos change to illustrations</a:t>
            </a:r>
            <a:endParaRPr lang="en-US" sz="2000" dirty="0" smtClean="0">
              <a:latin typeface="Century Gothic" panose="020B0502020202020204" pitchFamily="34" charset="0"/>
            </a:endParaRPr>
          </a:p>
          <a:p>
            <a:r>
              <a:rPr lang="en-US" sz="2000" dirty="0" smtClean="0">
                <a:latin typeface="Century Gothic" panose="020B0502020202020204" pitchFamily="34" charset="0"/>
              </a:rPr>
              <a:t>Background on about disappears</a:t>
            </a:r>
          </a:p>
          <a:p>
            <a:r>
              <a:rPr lang="en-US" sz="2000" dirty="0" smtClean="0">
                <a:latin typeface="Century Gothic" panose="020B0502020202020204" pitchFamily="34" charset="0"/>
              </a:rPr>
              <a:t>Subpage photo becomes smaller and integrates with text</a:t>
            </a:r>
            <a:endParaRPr lang="en-US" sz="2000" dirty="0">
              <a:latin typeface="Century Gothic" panose="020B0502020202020204" pitchFamily="34" charset="0"/>
            </a:endParaRPr>
          </a:p>
          <a:p>
            <a:r>
              <a:rPr lang="en-US" sz="2000" dirty="0" smtClean="0">
                <a:latin typeface="Century Gothic" panose="020B0502020202020204" pitchFamily="34" charset="0"/>
              </a:rPr>
              <a:t>More use of white space</a:t>
            </a:r>
          </a:p>
          <a:p>
            <a:r>
              <a:rPr lang="en-US" sz="2000" dirty="0" smtClean="0">
                <a:latin typeface="Century Gothic" panose="020B0502020202020204" pitchFamily="34" charset="0"/>
              </a:rPr>
              <a:t>Footer text left aligns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pic>
        <p:nvPicPr>
          <p:cNvPr id="4098" name="Picture 2" descr="C:\Users\Zoe\Desktop\wireframe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71600"/>
            <a:ext cx="2590800" cy="2456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Zoe\Desktop\wireframes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371600"/>
            <a:ext cx="2590800" cy="2621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Zoe\Desktop\wireframes3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371599"/>
            <a:ext cx="2590800" cy="2319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476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Prototype &amp; New Website</a:t>
            </a:r>
            <a:endParaRPr lang="en-US" b="1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6324600"/>
            <a:ext cx="8166100" cy="71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 smtClean="0">
                <a:latin typeface="Century Gothic" panose="020B0502020202020204" pitchFamily="34" charset="0"/>
              </a:rPr>
              <a:t>New Website: https</a:t>
            </a:r>
            <a:r>
              <a:rPr lang="en-US" sz="2000" dirty="0" smtClean="0">
                <a:latin typeface="Century Gothic" panose="020B0502020202020204" pitchFamily="34" charset="0"/>
              </a:rPr>
              <a:t>://zbordenet.github.io/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pic>
        <p:nvPicPr>
          <p:cNvPr id="2050" name="Picture 2" descr="C:\Users\Zoe\Desktop\prototyp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308124"/>
            <a:ext cx="3661146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95400"/>
            <a:ext cx="4009206" cy="496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800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Challenges</a:t>
            </a:r>
            <a:endParaRPr lang="en-US" b="1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648198" y="4724400"/>
            <a:ext cx="4267202" cy="18272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>
                <a:latin typeface="Century Gothic" panose="020B0502020202020204" pitchFamily="34" charset="0"/>
              </a:rPr>
              <a:t>1</a:t>
            </a:r>
            <a:r>
              <a:rPr lang="en-US" sz="2000" dirty="0" smtClean="0">
                <a:latin typeface="Century Gothic" panose="020B0502020202020204" pitchFamily="34" charset="0"/>
              </a:rPr>
              <a:t> Original photo</a:t>
            </a:r>
          </a:p>
          <a:p>
            <a:pPr marL="0" indent="0">
              <a:buNone/>
            </a:pPr>
            <a:r>
              <a:rPr lang="en-US" sz="2000" b="1" dirty="0" smtClean="0">
                <a:latin typeface="Century Gothic" panose="020B0502020202020204" pitchFamily="34" charset="0"/>
              </a:rPr>
              <a:t>2</a:t>
            </a:r>
            <a:r>
              <a:rPr lang="en-US" sz="2000" dirty="0" smtClean="0">
                <a:latin typeface="Century Gothic" panose="020B0502020202020204" pitchFamily="34" charset="0"/>
              </a:rPr>
              <a:t> Photo with filters and illustration</a:t>
            </a:r>
          </a:p>
          <a:p>
            <a:pPr marL="0" indent="0">
              <a:buNone/>
            </a:pPr>
            <a:r>
              <a:rPr lang="en-US" sz="2000" b="1" dirty="0" smtClean="0">
                <a:latin typeface="Century Gothic" panose="020B0502020202020204" pitchFamily="34" charset="0"/>
              </a:rPr>
              <a:t>3</a:t>
            </a:r>
            <a:r>
              <a:rPr lang="en-US" sz="2000" dirty="0" smtClean="0">
                <a:latin typeface="Century Gothic" panose="020B0502020202020204" pitchFamily="34" charset="0"/>
              </a:rPr>
              <a:t> Final image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pic>
        <p:nvPicPr>
          <p:cNvPr id="5122" name="Picture 2" descr="C:\Users\Zoe\Desktop\final project\photos\original\Cambridge Select Zumba pic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3927313" cy="220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 descr="C:\Users\Zoe\Desktop\final project\photos\classe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038600"/>
            <a:ext cx="3927313" cy="251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C:\Users\Zoe\Desktop\final project\15 production\images\classes5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199" y="1600200"/>
            <a:ext cx="4038601" cy="2682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57200" y="160020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rPr>
              <a:t>1</a:t>
            </a:r>
            <a:endParaRPr lang="en-US" sz="2000" b="1" dirty="0">
              <a:solidFill>
                <a:schemeClr val="bg1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4064097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rPr>
              <a:t>2</a:t>
            </a:r>
            <a:endParaRPr lang="en-US" sz="2000" b="1" dirty="0">
              <a:solidFill>
                <a:schemeClr val="bg1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48198" y="160020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rPr>
              <a:t>3</a:t>
            </a:r>
            <a:endParaRPr lang="en-US" sz="2000" b="1" dirty="0">
              <a:solidFill>
                <a:schemeClr val="bg1"/>
              </a:solidFill>
              <a:latin typeface="Century Gothic" charset="0"/>
              <a:ea typeface="Century Gothic" charset="0"/>
              <a:cs typeface="Century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090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Client Reaction &amp; Next Steps</a:t>
            </a:r>
            <a:endParaRPr lang="en-US" b="1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Century Gothic" panose="020B0502020202020204" pitchFamily="34" charset="0"/>
              </a:rPr>
              <a:t>Client happy </a:t>
            </a:r>
            <a:r>
              <a:rPr lang="en-US" sz="2000" dirty="0" smtClean="0">
                <a:latin typeface="Century Gothic" panose="020B0502020202020204" pitchFamily="34" charset="0"/>
              </a:rPr>
              <a:t>with the website</a:t>
            </a:r>
          </a:p>
          <a:p>
            <a:pPr lvl="1"/>
            <a:r>
              <a:rPr lang="en-US" sz="1600" dirty="0" smtClean="0">
                <a:latin typeface="Century Gothic" panose="020B0502020202020204" pitchFamily="34" charset="0"/>
              </a:rPr>
              <a:t>New more readable format for schedule</a:t>
            </a:r>
          </a:p>
          <a:p>
            <a:pPr lvl="1"/>
            <a:r>
              <a:rPr lang="en-US" sz="1600" dirty="0" smtClean="0">
                <a:latin typeface="Century Gothic" panose="020B0502020202020204" pitchFamily="34" charset="0"/>
              </a:rPr>
              <a:t>Illustrations and layout of home page</a:t>
            </a:r>
          </a:p>
          <a:p>
            <a:pPr lvl="1"/>
            <a:r>
              <a:rPr lang="en-US" sz="1600" dirty="0" smtClean="0">
                <a:latin typeface="Century Gothic" panose="020B0502020202020204" pitchFamily="34" charset="0"/>
              </a:rPr>
              <a:t>Contact info on every </a:t>
            </a:r>
            <a:r>
              <a:rPr lang="en-US" sz="1600" dirty="0" smtClean="0">
                <a:latin typeface="Century Gothic" panose="020B0502020202020204" pitchFamily="34" charset="0"/>
              </a:rPr>
              <a:t>page</a:t>
            </a:r>
          </a:p>
          <a:p>
            <a:pPr lvl="1"/>
            <a:r>
              <a:rPr lang="en-US" sz="1600" dirty="0" smtClean="0">
                <a:latin typeface="Century Gothic" panose="020B0502020202020204" pitchFamily="34" charset="0"/>
              </a:rPr>
              <a:t>Edits to copy</a:t>
            </a:r>
          </a:p>
          <a:p>
            <a:r>
              <a:rPr lang="en-US" sz="2000" dirty="0" smtClean="0">
                <a:latin typeface="Century Gothic" panose="020B0502020202020204" pitchFamily="34" charset="0"/>
              </a:rPr>
              <a:t>New </a:t>
            </a:r>
            <a:r>
              <a:rPr lang="en-US" sz="2000" dirty="0" smtClean="0">
                <a:latin typeface="Century Gothic" panose="020B0502020202020204" pitchFamily="34" charset="0"/>
              </a:rPr>
              <a:t>steps</a:t>
            </a:r>
          </a:p>
          <a:p>
            <a:pPr lvl="1"/>
            <a:r>
              <a:rPr lang="en-US" sz="1600" dirty="0" smtClean="0">
                <a:latin typeface="Century Gothic" panose="020B0502020202020204" pitchFamily="34" charset="0"/>
              </a:rPr>
              <a:t>Client is interested in using </a:t>
            </a:r>
            <a:r>
              <a:rPr lang="en-US" sz="1600" dirty="0" smtClean="0">
                <a:latin typeface="Century Gothic" panose="020B0502020202020204" pitchFamily="34" charset="0"/>
              </a:rPr>
              <a:t>website</a:t>
            </a:r>
            <a:endParaRPr lang="en-US" sz="1600" dirty="0" smtClean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585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Lessons Learned</a:t>
            </a:r>
            <a:endParaRPr lang="en-US" b="1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Century Gothic" panose="020B0502020202020204" pitchFamily="34" charset="0"/>
              </a:rPr>
              <a:t>learned a </a:t>
            </a:r>
            <a:r>
              <a:rPr lang="en-US" sz="2000" smtClean="0">
                <a:latin typeface="Century Gothic" panose="020B0502020202020204" pitchFamily="34" charset="0"/>
              </a:rPr>
              <a:t>lot about </a:t>
            </a:r>
            <a:r>
              <a:rPr lang="en-US" sz="2000" dirty="0" smtClean="0">
                <a:latin typeface="Century Gothic" panose="020B0502020202020204" pitchFamily="34" charset="0"/>
              </a:rPr>
              <a:t>web design from all </a:t>
            </a:r>
            <a:r>
              <a:rPr lang="en-US" sz="2000" smtClean="0">
                <a:latin typeface="Century Gothic" panose="020B0502020202020204" pitchFamily="34" charset="0"/>
              </a:rPr>
              <a:t>the projects </a:t>
            </a:r>
            <a:r>
              <a:rPr lang="en-US" sz="2000">
                <a:latin typeface="Century Gothic" panose="020B0502020202020204" pitchFamily="34" charset="0"/>
              </a:rPr>
              <a:t>this semester </a:t>
            </a:r>
            <a:endParaRPr lang="en-US" sz="2000" dirty="0" smtClean="0">
              <a:latin typeface="Century Gothic" panose="020B0502020202020204" pitchFamily="34" charset="0"/>
            </a:endParaRPr>
          </a:p>
          <a:p>
            <a:r>
              <a:rPr lang="en-US" sz="2000" dirty="0" smtClean="0">
                <a:latin typeface="Century Gothic" panose="020B0502020202020204" pitchFamily="34" charset="0"/>
              </a:rPr>
              <a:t>Importance of high resolution photography</a:t>
            </a:r>
          </a:p>
          <a:p>
            <a:r>
              <a:rPr lang="en-US" sz="2000" dirty="0" smtClean="0">
                <a:latin typeface="Century Gothic" panose="020B0502020202020204" pitchFamily="34" charset="0"/>
              </a:rPr>
              <a:t>Improve on identifying “boxes” for CSS</a:t>
            </a:r>
          </a:p>
        </p:txBody>
      </p:sp>
    </p:spTree>
    <p:extLst>
      <p:ext uri="{BB962C8B-B14F-4D97-AF65-F5344CB8AC3E}">
        <p14:creationId xmlns:p14="http://schemas.microsoft.com/office/powerpoint/2010/main" val="559799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40175"/>
            <a:ext cx="7772400" cy="1470025"/>
          </a:xfrm>
        </p:spPr>
        <p:txBody>
          <a:bodyPr/>
          <a:lstStyle/>
          <a:p>
            <a:r>
              <a:rPr lang="en-US" b="1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Thank you!</a:t>
            </a:r>
            <a:endParaRPr lang="en-US" b="1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:\Users\Zoe\Desktop\final project\15 production\images\zumba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733" y="819150"/>
            <a:ext cx="1664563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Zoe\Desktop\final project\15 production\images\yoga_dance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3037" y="819150"/>
            <a:ext cx="1664563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Zoe\Desktop\final project\15 production\images\zumba_gold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625" y="819150"/>
            <a:ext cx="1664563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61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</TotalTime>
  <Words>282</Words>
  <Application>Microsoft Macintosh PowerPoint</Application>
  <PresentationFormat>On-screen Show (4:3)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Century Gothic</vt:lpstr>
      <vt:lpstr>Arial</vt:lpstr>
      <vt:lpstr>Office Theme</vt:lpstr>
      <vt:lpstr>Dance with Emily</vt:lpstr>
      <vt:lpstr>Current Website</vt:lpstr>
      <vt:lpstr>Need Assessment</vt:lpstr>
      <vt:lpstr>Architecture Diagram</vt:lpstr>
      <vt:lpstr>Sketches</vt:lpstr>
      <vt:lpstr>Wireframes</vt:lpstr>
      <vt:lpstr>Prototype &amp; New Website</vt:lpstr>
      <vt:lpstr>Challenges</vt:lpstr>
      <vt:lpstr>Client Reaction &amp; Next Steps</vt:lpstr>
      <vt:lpstr>Lessons Learned</vt:lpstr>
      <vt:lpstr>Thank you!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Dance with emily</dc:title>
  <dc:creator>Zoe</dc:creator>
  <cp:lastModifiedBy>Zoe Bordenet</cp:lastModifiedBy>
  <cp:revision>33</cp:revision>
  <dcterms:created xsi:type="dcterms:W3CDTF">2017-05-02T23:37:46Z</dcterms:created>
  <dcterms:modified xsi:type="dcterms:W3CDTF">2017-05-03T20:28:12Z</dcterms:modified>
</cp:coreProperties>
</file>